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Candidate Ranking System for Senior AI Engineer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Hack2Skill INDIA RUNS Challenge</a:t>
            </a:r>
            <a:endParaRPr lang="en-US" dirty="0"/>
          </a:p>
          <a:p>
            <a:r>
              <a:rPr lang="en-US" dirty="0"/>
              <a:t>Abhishek </a:t>
            </a:r>
            <a:r>
              <a:rPr lang="en-US"/>
              <a:t>Ashok Jadhao</a:t>
            </a:r>
            <a:endParaRPr dirty="0"/>
          </a:p>
          <a:p>
            <a:r>
              <a:rPr dirty="0"/>
              <a:t>Date: June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Recruiters receive 100,000+ applications</a:t>
            </a:r>
          </a:p>
          <a:p>
            <a:r>
              <a:t>• Keyword matching misses qualified candidates</a:t>
            </a:r>
          </a:p>
          <a:p>
            <a:r>
              <a:t>• Manual screening is time-consuming</a:t>
            </a:r>
          </a:p>
          <a:p>
            <a:r>
              <a:t>• Risk of hiring trap candidates</a:t>
            </a:r>
          </a:p>
          <a:p>
            <a:endParaRPr/>
          </a:p>
          <a:p>
            <a:r>
              <a:t>Solution: AI-powered ranking system that understands real experience vs. keyword stuffing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Transformation</a:t>
            </a:r>
          </a:p>
          <a:p>
            <a:r>
              <a:t>- Convert 100,000 JSONL profiles to structured CSV</a:t>
            </a:r>
          </a:p>
          <a:p>
            <a:r>
              <a:t>- Extract 28 features</a:t>
            </a:r>
          </a:p>
          <a:p>
            <a:endParaRPr/>
          </a:p>
          <a:p>
            <a:r>
              <a:t>2. Quality Filtering</a:t>
            </a:r>
          </a:p>
          <a:p>
            <a:r>
              <a:t>- AI/ML titles only</a:t>
            </a:r>
          </a:p>
          <a:p>
            <a:r>
              <a:t>- 100,000 → 1,939 candidates</a:t>
            </a:r>
          </a:p>
          <a:p>
            <a:endParaRPr/>
          </a:p>
          <a:p>
            <a:r>
              <a:t>3. Intelligent Scoring</a:t>
            </a:r>
          </a:p>
          <a:p>
            <a:r>
              <a:t>- Weighted scoring</a:t>
            </a:r>
          </a:p>
          <a:p>
            <a:r>
              <a:t>- Rank top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Scoring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15% Experience + 15% AI/ML Years + 25% Ranking/Retrieval + 20% Tech Stack + 15% Behavioral + 10% Location</a:t>
            </a:r>
          </a:p>
          <a:p>
            <a:endParaRPr/>
          </a:p>
          <a:p>
            <a:r>
              <a:t>Why These Weights?</a:t>
            </a:r>
          </a:p>
          <a:p>
            <a:r>
              <a:t>Ranking/Retrieval 25%</a:t>
            </a:r>
          </a:p>
          <a:p>
            <a:r>
              <a:t>Tech Stack 20%</a:t>
            </a:r>
          </a:p>
          <a:p>
            <a:r>
              <a:t>Experience 30%</a:t>
            </a:r>
          </a:p>
          <a:p>
            <a:r>
              <a:t>Behavioral 15%</a:t>
            </a:r>
          </a:p>
          <a:p>
            <a:r>
              <a:t>Location 10%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100,000 total</a:t>
            </a:r>
          </a:p>
          <a:p>
            <a:r>
              <a:t>↓</a:t>
            </a:r>
          </a:p>
          <a:p>
            <a:r>
              <a:t>34,375</a:t>
            </a:r>
          </a:p>
          <a:p>
            <a:r>
              <a:t>↓</a:t>
            </a:r>
          </a:p>
          <a:p>
            <a:r>
              <a:t>10,672</a:t>
            </a:r>
          </a:p>
          <a:p>
            <a:r>
              <a:t>↓</a:t>
            </a:r>
          </a:p>
          <a:p>
            <a:r>
              <a:t>1,721</a:t>
            </a:r>
          </a:p>
          <a:p>
            <a:r>
              <a:t>↓</a:t>
            </a:r>
          </a:p>
          <a:p>
            <a:r>
              <a:t>1,939</a:t>
            </a:r>
          </a:p>
          <a:p>
            <a:endParaRPr/>
          </a:p>
          <a:p>
            <a:r>
              <a:t>Key Finding: 98% are NOT AI/ML engineers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Ranked Candidates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Aisha Desai 99.10 BYJU'S</a:t>
            </a:r>
          </a:p>
          <a:p>
            <a:r>
              <a:t>2 Anil Joshi 99.10 Microsoft</a:t>
            </a:r>
          </a:p>
          <a:p>
            <a:r>
              <a:t>3 Tanya Chopra 99.10 Zoho</a:t>
            </a:r>
          </a:p>
          <a:p>
            <a:r>
              <a:t>4 Nisha Pillai 99.10 Sarvam AI</a:t>
            </a:r>
          </a:p>
          <a:p>
            <a:r>
              <a:t>5 Ved Kumar 98.95 Mad Street Den</a:t>
            </a:r>
          </a:p>
          <a:p>
            <a:r>
              <a:t>6 Rahul Mukherjee 98.80 Verloop.io</a:t>
            </a:r>
          </a:p>
          <a:p>
            <a:r>
              <a:t>7 Zara Sen 98.80 Krutrim</a:t>
            </a:r>
          </a:p>
          <a:p>
            <a:r>
              <a:t>8 Ela Singh 98.65 Swiggy</a:t>
            </a:r>
          </a:p>
          <a:p>
            <a:r>
              <a:t>9 Sai Saxena 98.65 Niramai</a:t>
            </a:r>
          </a:p>
          <a:p>
            <a:r>
              <a:t>10 Riya Chopra 98.50 CRED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3.x</a:t>
            </a:r>
          </a:p>
          <a:p>
            <a:r>
              <a:t>Pandas</a:t>
            </a:r>
          </a:p>
          <a:p>
            <a:r>
              <a:t>Jupyter Notebook</a:t>
            </a:r>
          </a:p>
          <a:p>
            <a:endParaRPr/>
          </a:p>
          <a:p>
            <a:r>
              <a:t>Process:</a:t>
            </a:r>
          </a:p>
          <a:p>
            <a:r>
              <a:t>Data Loading</a:t>
            </a:r>
          </a:p>
          <a:p>
            <a:r>
              <a:t>Feature Extraction</a:t>
            </a:r>
          </a:p>
          <a:p>
            <a:r>
              <a:t>Quality Filtering</a:t>
            </a:r>
          </a:p>
          <a:p>
            <a:r>
              <a:t>Scoring</a:t>
            </a:r>
          </a:p>
          <a:p>
            <a:r>
              <a:t>Ranking</a:t>
            </a:r>
          </a:p>
          <a:p>
            <a:r>
              <a:t>Reasoning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Approach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Transparent</a:t>
            </a:r>
          </a:p>
          <a:p>
            <a:r>
              <a:t>Scalable</a:t>
            </a:r>
          </a:p>
          <a:p>
            <a:r>
              <a:t>Trap-resistant</a:t>
            </a:r>
          </a:p>
          <a:p>
            <a:r>
              <a:t>Multi-signal</a:t>
            </a:r>
          </a:p>
          <a:p>
            <a:r>
              <a:t>Reproducible</a:t>
            </a:r>
          </a:p>
          <a:p>
            <a:r>
              <a:t>Adjustable</a:t>
            </a:r>
          </a:p>
          <a:p>
            <a:endParaRPr/>
          </a:p>
          <a:p>
            <a:r>
              <a:t>Results: 1,939 real AI/ML candidates identified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Repository</a:t>
            </a:r>
          </a:p>
          <a:p>
            <a:r>
              <a:t>Ranked Output CSV</a:t>
            </a:r>
          </a:p>
          <a:p>
            <a:r>
              <a:t>Data Insights</a:t>
            </a:r>
          </a:p>
          <a:p>
            <a:r>
              <a:t>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Find top 100 AI/ML engineers from 100,000</a:t>
            </a:r>
          </a:p>
          <a:p>
            <a:endParaRPr/>
          </a:p>
          <a:p>
            <a:r>
              <a:t>Solution: Data transformation, filtering, scoring</a:t>
            </a:r>
          </a:p>
          <a:p>
            <a:endParaRPr/>
          </a:p>
          <a:p>
            <a:r>
              <a:t>Result: Top 100 ranked candidates</a:t>
            </a:r>
          </a:p>
          <a:p>
            <a:endParaRPr/>
          </a:p>
          <a:p>
            <a:r>
              <a:t>Next Steps: recruiter integration, A/B testing, LLM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328</Words>
  <Application>Microsoft Office PowerPoint</Application>
  <PresentationFormat>On-screen Show (4:3)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Candidate Ranking System for Senior AI Engineer</vt:lpstr>
      <vt:lpstr>The Problem</vt:lpstr>
      <vt:lpstr>Our Solution Approach</vt:lpstr>
      <vt:lpstr>Scoring Formula</vt:lpstr>
      <vt:lpstr>Data Analysis Results</vt:lpstr>
      <vt:lpstr>Top 10 Ranked Candidates</vt:lpstr>
      <vt:lpstr>Technical Implementation</vt:lpstr>
      <vt:lpstr>Why This Approach Works</vt:lpstr>
      <vt:lpstr>Project Deliverables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Jadhao</cp:lastModifiedBy>
  <cp:revision>2</cp:revision>
  <dcterms:created xsi:type="dcterms:W3CDTF">2013-01-27T09:14:16Z</dcterms:created>
  <dcterms:modified xsi:type="dcterms:W3CDTF">2026-06-19T08:42:37Z</dcterms:modified>
  <cp:category/>
</cp:coreProperties>
</file>